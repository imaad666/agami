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21F9-C3B0-3A61-56C8-251AD2389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F6F41-12F0-47B6-1CCC-B2E77374E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0066-1EF6-1C29-A599-8229E6F6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F23CD-0F76-936F-E593-43BC7F57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0818E-7F02-1A5D-1C9A-9F4BFF19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52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1496-C721-7B2E-188B-2E997EEE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3FA1B-69F5-A345-1D9D-B9D61B1FB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74E7A-183A-842F-2401-5FEFEC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2C664-8039-1B70-40B2-05631E0E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8E50-8B25-6818-5080-9533F3DE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53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07319-5565-3F4C-E737-1070E1B1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33B12-D5E0-18CE-34F1-435ABE059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80637-DF67-B205-9ECE-109F21B3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D5219-B8EB-9542-FF4F-9B5BFC54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7CB23-297B-9039-97F6-E026098E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3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A7BB-991D-6F9E-0FCF-0824F207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691D-B97D-38A6-56A2-6336F6B6A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36284-E974-8232-64DB-67E2F2A5F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55C30-0BE0-06A6-CECB-FBBE6C3C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55BD2-5E6F-2085-EBF0-759DC773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B5FDC-BBD2-0290-723C-2DC470FE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2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CCAF-674C-7B5D-2F88-EB002888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5AEAE-B952-95D8-337A-4E05BF5A7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3A763-43FB-90FF-B382-9481C1E77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70762-0892-CE5A-AF02-DD4F0974D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F88D2-1E0A-B349-055F-6788F75BF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E287E-42A7-DFCC-2AF1-DC6552DB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0D8E5-FB8E-7238-E8D8-699AA9A4D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8D170-A031-4F6A-FB7E-66A9C8A3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41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BAF-60D0-44C0-18BB-EBB36CEF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EB8DE-BAEE-2D3C-4033-5FB4CC8C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A1391D-2D79-3DD3-D46B-80841206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E3903-DAE4-18F4-C998-98602F83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9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433EB-9A3B-5BB8-57D8-9776560D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16336-201B-88B7-4030-CDAD37C4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CF2F5-6BF6-3B0E-8434-7178CD7C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7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0EE5-8A24-E522-4773-C34D3AC4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0D9CB-4683-70C7-2110-D32769DBF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202AE-3F1C-BA24-1E8A-02DCB7241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66251-EFBC-E4DD-D92E-CB74C13D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BD2D3-1D92-362F-6BA1-00381FB2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856E8-F988-86A4-D7AC-18DAF7C3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06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6D1E1-8784-7354-210A-B10D5BD3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6FA4D-24AE-EFF7-7C8F-B2C044932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CC811-CDFC-035B-6CF1-C664AA633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FCF8C-EBFC-F415-DCAF-5213EDBE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6E174-1FF6-0EEE-99D8-960D78A4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7B55B-B13C-E534-E217-F28F7D71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95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B2A7-7BAE-0784-C811-C7F13002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86099-0FF7-D19D-3C7C-664AA6FF5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4762C-D076-8880-83FD-6A786E9F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E2778-506C-3C83-D852-2EDA5765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7C960-0998-3CED-DFE4-A51A4B66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7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4AEE1-76E6-9E6D-20C9-C8432492F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7168B-B551-C625-871A-4B9EAFBB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7AFC3-C430-325C-2777-DA77C565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30BA7-7C41-33BC-3E79-1E33F4E3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2BD67-4515-4E0E-1327-26F71DB7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83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6932F-EA0B-8BAD-A727-3B66CD37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CE858-82CB-D4D9-0C4C-F5FC6B69F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E2369-D164-B712-A514-EC9DD33FB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3F221-732C-4CB2-AF1A-FFDAF957689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CB3C6-76D9-251C-F25C-08685CEEC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72C4B-63F2-51F3-F601-FB7E04F93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B5E88-9019-4ED7-AFA4-81CE9366A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43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5E58F-F131-FD1E-3ABA-219B8D681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687"/>
            <a:ext cx="12192000" cy="55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3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1B33-B87F-7DED-A22C-B1F393A1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35C24-066A-032E-F3C0-39105E1B9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376"/>
            <a:ext cx="12192000" cy="417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5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96D23-0194-20FB-FA82-9981A6899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234"/>
            <a:ext cx="12192000" cy="504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13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0CB0F-18D6-DE7A-97F2-4147A121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135"/>
            <a:ext cx="12192000" cy="586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6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8118F-D118-1668-1438-F57EFE51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7909"/>
            <a:ext cx="12192000" cy="30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49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0E4E1-3388-7D01-A9CC-C5CFFF2B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102"/>
            <a:ext cx="12192000" cy="546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94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Muddu Krishna</dc:creator>
  <cp:lastModifiedBy>Muddu Krishna</cp:lastModifiedBy>
  <cp:revision>3</cp:revision>
  <dcterms:created xsi:type="dcterms:W3CDTF">2025-11-03T14:47:21Z</dcterms:created>
  <dcterms:modified xsi:type="dcterms:W3CDTF">2025-12-01T04:10:50Z</dcterms:modified>
</cp:coreProperties>
</file>